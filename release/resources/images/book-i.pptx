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858000" cy="9906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9120" cy="344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EF4BB5-3105-498E-933F-690BE525DBA6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48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91C0A1-7329-4E1B-981B-7EF3BB3CBAAB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07880" y="527400"/>
            <a:ext cx="1478520" cy="839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71600" y="527400"/>
            <a:ext cx="4350240" cy="839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8E6C3D-DB3A-4686-84F5-05E3ACE6C16E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48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12E179-E69A-4E31-990F-588BF1E0F21C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8000" y="2469600"/>
            <a:ext cx="5914800" cy="412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68000" y="6629400"/>
            <a:ext cx="5914800" cy="216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2109EC-65C8-4BAD-9122-74C5B3432CA0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29142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471840" y="2637000"/>
            <a:ext cx="2914200" cy="62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4BC9D1-0E51-4D15-B10A-3B2B8885E5B7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7232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72320" y="2428200"/>
            <a:ext cx="2900880" cy="118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72320" y="3618360"/>
            <a:ext cx="2900880" cy="53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3471840" y="2428200"/>
            <a:ext cx="2915280" cy="118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471840" y="3618360"/>
            <a:ext cx="2915280" cy="53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61AFDF-9357-4842-89B6-8E090AF8CDBE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4800" cy="19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2AB529-4E01-40A8-95E8-760AD8B0ADD3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FBC1CE-56CF-4791-9B29-419956388A0B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11480" cy="231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71480" cy="70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s-E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11480" cy="550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F6A3FA-2C2A-4333-8E7E-85BE9C9D253C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blipFill rotWithShape="0">
          <a:blip r:embed="rId2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11480" cy="231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2915640" y="1426320"/>
            <a:ext cx="3471480" cy="7039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11480" cy="550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7160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2271600" y="9181440"/>
            <a:ext cx="231408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4843440" y="9181440"/>
            <a:ext cx="15426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EF4B7F-9CD3-454D-B977-BAF4BBF89212}" type="slidenum"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5000"/>
          </a:blip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4"/>
          <p:cNvPicPr/>
          <p:nvPr/>
        </p:nvPicPr>
        <p:blipFill>
          <a:blip r:embed="rId2"/>
          <a:stretch/>
        </p:blipFill>
        <p:spPr>
          <a:xfrm>
            <a:off x="0" y="0"/>
            <a:ext cx="6863400" cy="14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ectángulo 11"/>
          <p:cNvSpPr/>
          <p:nvPr/>
        </p:nvSpPr>
        <p:spPr>
          <a:xfrm>
            <a:off x="0" y="9498960"/>
            <a:ext cx="6857640" cy="40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Garamond"/>
              </a:rPr>
              <a:t>Javier G. Grandez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CuadroTexto 1"/>
          <p:cNvSpPr/>
          <p:nvPr/>
        </p:nvSpPr>
        <p:spPr>
          <a:xfrm>
            <a:off x="691200" y="2395440"/>
            <a:ext cx="57243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4000" b="1" i="1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aramond"/>
              </a:rPr>
              <a:t>Ingeniería Aumentada 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4000" b="1" i="1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aramond"/>
              </a:rPr>
              <a:t>con Sistemas Inteligentes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CuadroTexto 2"/>
          <p:cNvSpPr/>
          <p:nvPr/>
        </p:nvSpPr>
        <p:spPr>
          <a:xfrm>
            <a:off x="1155240" y="3851640"/>
            <a:ext cx="42480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eorgia"/>
              </a:rPr>
              <a:t>Volumen I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Georgia"/>
              </a:rPr>
              <a:t>Del conocimiento al Sistema Inteligente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uadroTexto 3"/>
          <p:cNvSpPr/>
          <p:nvPr/>
        </p:nvSpPr>
        <p:spPr>
          <a:xfrm>
            <a:off x="5538240" y="9548640"/>
            <a:ext cx="131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s-ES" sz="1400" b="0" u="none" strike="noStrike">
                <a:solidFill>
                  <a:schemeClr val="lt1"/>
                </a:solidFill>
                <a:effectLst/>
                <a:uFillTx/>
                <a:latin typeface="Garamond"/>
              </a:rPr>
              <a:t>v1.0 -2026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/>
          <p:cNvPicPr/>
          <p:nvPr/>
        </p:nvPicPr>
        <p:blipFill>
          <a:blip r:embed="rId3">
            <a:grayscl/>
          </a:blip>
          <a:stretch/>
        </p:blipFill>
        <p:spPr>
          <a:xfrm>
            <a:off x="1260000" y="4842360"/>
            <a:ext cx="4320000" cy="432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Application>LibreOffice/26.8.0.3$Windows_X86_64 LibreOffice_project/bce0998afefdbc355585ca324285661a2170ba77</Application>
  <AppVersion>15.0000</AppVersion>
  <Words>19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2026-08-04T09:32:34Z</dcterms:created>
  <dc:creator>Javier Grandez</dc:creator>
  <dc:description/>
  <dc:language>es-ES</dc:language>
  <cp:lastModifiedBy/>
  <dcterms:modified xsi:type="dcterms:W3CDTF">2026-10-02T22:11:49Z</dcterms:modified>
  <cp:revision>11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(210 x 297 mm)</vt:lpwstr>
  </property>
  <property fmtid="{D5CDD505-2E9C-101B-9397-08002B2CF9AE}" pid="3" name="Slides">
    <vt:i4>1</vt:i4>
  </property>
</Properties>
</file>